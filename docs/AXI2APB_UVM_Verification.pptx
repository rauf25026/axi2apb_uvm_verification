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AXI4-to-APB Bridge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AD1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Dual-agent UVM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9728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UVM final project  |  Synopsys VCS L-2016.06, UVM 1.1d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D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rauf25026/AXI2APB_UVM_VERIFICATION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DUT: what the bridge does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AXI4 read/write requests into APB transfers (single outstanding transaction)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FSM with 5 states: IDLE, WAIT_W_PREADY, WAIT_R_PREADY, SEND_B_RESP, DONE_SINGLE_RD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AXI channel passes through a FIFO (depth 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has priority over write; a write needs AW and W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PSEL is always 1 and PENABLE rises in the first request cycle (no APB setup phase)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PSLVERR, WSTRB and WLAST are not used; BRESP/RRESP are always OKAY; only single-beat transfers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and repository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repo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README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81912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1912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14216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Verif. plan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30368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M4-5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UVM env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agents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M6-7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SVA, cov.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2672" y="11887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62672" y="1188720"/>
            <a:ext cx="10972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M8-10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Folders: rtl/ tb/ uvm/ sequences/ tests/ assertions/ scripts/ docs/ logs/ results/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Makefile + build.flist for VCS; DUT RTL is not modified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meaningful commits and a daily docs/progress.md on GitHub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 and lint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compile and elaboration with default parameters; DUT-only smoke run passes reset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VCS +lint=all: 36 messages, all reviewed (docs/lint_summary.md)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2103120"/>
          <a:ext cx="8229600" cy="219456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2179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 / decision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VCDE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Compiler directive notice, informational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SVA-UA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Unnamed assertions in FIFO (style)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UI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Unused inputs: PSLVERR (real finding), testmode_i (DFT)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Double semicolon in RTL, 2 in smoke top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INTFDV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Selective VCD dump of interface (testbench)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8912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review: the FSM next-state signal has no default assignment (latch if synthesized); simulation behaves correctly.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plan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32588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items, each traced to a test, a checker and a coverage item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sections: reset, AW/W/B, AR/R, wait states, ID/USER, priority, back-to-back, PSLVERR, unsupported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Traceability tables: tests, 17 planned assertions, scoreboard checks, coverage groups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items marked TBC (to be confirmed by simulation) instead of assuming behaviour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implemented by choice: FIFO-full, burst, parameter-width and mid-transaction reset tests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 (bringup, wr/rd wait, b2b, mixed, pslverr, random wide)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2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276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210312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 master 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sequencer, driver,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286000"/>
            <a:ext cx="1828800" cy="8229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axi2apb bridge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011680"/>
            <a:ext cx="210312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APB slave 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 driver + memory,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8800" y="3749040"/>
            <a:ext cx="237744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 vs APB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3749040"/>
            <a:ext cx="237744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coverage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2697480"/>
            <a:ext cx="1005840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2697480"/>
            <a:ext cx="1005840" cy="0"/>
          </a:xfrm>
          <a:prstGeom prst="line">
            <a:avLst/>
          </a:prstGeom>
          <a:noFill/>
          <a:ln w="25400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00200" y="3383280"/>
            <a:ext cx="457200" cy="365760"/>
          </a:xfrm>
          <a:prstGeom prst="line">
            <a:avLst/>
          </a:prstGeom>
          <a:noFill/>
          <a:ln w="19050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931920" y="3383280"/>
            <a:ext cx="3017520" cy="365760"/>
          </a:xfrm>
          <a:prstGeom prst="line">
            <a:avLst/>
          </a:prstGeom>
          <a:noFill/>
          <a:ln w="19050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Monitors send transactions to the scoreboard and coverage; assertions (SVA) watch the pins.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Checking: scoreboard, assertions, mutation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Scoreboard compares AXI and APB: address, data, response, ID, read-beat count, queue left-overs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SVA assertions: APB stable during wait, VALID/READY stability, RLAST, OKAY response, PSEL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2286000"/>
          <a:ext cx="8229600" cy="2176272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Mutation (fault injected)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Address bit flipped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caught (6 errors)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Write / read data bit flipped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caught (3 + 3)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APB write removed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caught (1)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BRESP set to SLVERR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caught (3)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RID changed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caught (3)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Assertion A_RESP_OKAY_B reversed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failed as expected (3)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C9D2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directed and random tests, all 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C9D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1887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UVM errors, scoreboard mismatches, assertion failures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C9D2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coverage AXI / APB (random wide test)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Tests: wait states (writes, reads), back-to-back, mixed traffic, PSLVERR, wide random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APB slave delays of up to 8 extra cycles; every write and read matched by the scoreboard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PSLVERR high on 15 of 30 APB transfers, yet BRESP and RRESP stayed OKAY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alt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Regresstion Result</a:t>
            </a:r>
            <a:endParaRPr lang="en-GB" altLang="en-US" sz="2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PSLVERR is ignored by the RTL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FSM next-state has no default (latch if synthesized)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Non-standard APB: PSEL always 1, PENABLE in first cycle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 driver has no BREADY/RREADY delays; tests are one transaction at a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burst, FIFO-full, 64-bit or mid-reset tests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Monitors checked through logs, not independently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2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657600"/>
            <a:ext cx="7955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</a:t>
            </a: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3-seed regression and code coverage report, BREADY/RREADY backpressure and priority tests, final report.</a:t>
            </a:r>
            <a:endParaRPr lang="en-US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691515"/>
            <a:ext cx="8230235" cy="4383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3625</Words>
  <Application>WPS Presentation</Application>
  <PresentationFormat>On-screen Show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AXI2APB UVM Verification</dc:title>
  <dc:creator>rauf25026</dc:creator>
  <dc:subject>PptxGenJS Presentation</dc:subject>
  <cp:lastModifiedBy>Abdul Rauf</cp:lastModifiedBy>
  <cp:revision>3</cp:revision>
  <dcterms:created xsi:type="dcterms:W3CDTF">2026-10-20T03:41:00Z</dcterms:created>
  <dcterms:modified xsi:type="dcterms:W3CDTF">2026-10-20T04:09:12Z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F3C10CDE71224FE49A774B6A981F6E92_12</vt:lpwstr>
  </property>
</Properties>
</file>